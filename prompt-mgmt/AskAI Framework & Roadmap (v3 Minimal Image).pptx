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Poppins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boldItalic.fntdata"/><Relationship Id="rId10" Type="http://schemas.openxmlformats.org/officeDocument/2006/relationships/font" Target="fonts/Poppins-italic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oppins-bold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68128"/>
            <a:ext cx="3429000" cy="3474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68128"/>
            <a:ext cx="3429000" cy="3474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68128"/>
            <a:ext cx="3429000" cy="347424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825817" y="3177778"/>
            <a:ext cx="29203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LangGraph V1 Adoption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66775" y="3815953"/>
            <a:ext cx="283845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First to adopt the LangGraph V1 framework, released in October 2025, for building stateful, multi-agent applications.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605813" y="3177778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Conversational Memory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676775" y="4149328"/>
            <a:ext cx="283845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Conversational ability using Short-Term/Long-Term Memory management with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Mongo DB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as the persistent storage layer.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715851" y="3177778"/>
            <a:ext cx="23802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Vendor Integration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486775" y="3815953"/>
            <a:ext cx="283845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Designed to seamlessly integrate and orchestrate various third-party vendor platforms and internal microservices.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400" y="24824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95975" y="2482453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8825" y="2482453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71500" y="285750"/>
            <a:ext cx="142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Morgan Stanley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14375" y="7620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AskAI – Core Agentic Framework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571500" y="762000"/>
            <a:ext cx="47625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RESEARCH GENAI FOR INTERNAL USE ONLY     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/>
          <p:nvPr/>
        </p:nvSpPr>
        <p:spPr>
          <a:xfrm>
            <a:off x="6334125" y="1762125"/>
            <a:ext cx="5286375" cy="428625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1779984"/>
            <a:ext cx="490537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Context Window Limit: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Leveraging GPT-5 (400k) &amp; Summarization Middleware.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52500" y="2440781"/>
            <a:ext cx="490537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Context Optimization: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Using ContextEditingMiddleware &amp; Context RAG.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52500" y="3101578"/>
            <a:ext cx="49053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Prompt Caching: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Implementing for faster, efficient responses.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52500" y="3503414"/>
            <a:ext cx="49053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DSPy Optimizer: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advanced tool, prompt, and query optimization.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52500" y="3905250"/>
            <a:ext cx="49053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Tool Conflicting: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Actively resolving tool and agent routing conflicts.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52500" y="4307085"/>
            <a:ext cx="490537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Citations Tagging: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Implementing clear source tagging for verifiable answers.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52500" y="4967882"/>
            <a:ext cx="49053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Download Links: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Enabling "Download" as a first-class tool response.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52500" y="5369718"/>
            <a:ext cx="490537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API Migration: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Migrating from legacy completion to the new Responses API.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27609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8406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49203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51039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5471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01550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417343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571500" y="285750"/>
            <a:ext cx="142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Morgan Stanley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14375" y="7620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AskAI – Roadmap to Stability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571500" y="762000"/>
            <a:ext cx="47625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RESEARCH GENAI FOR INTERNAL USE ONLY     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