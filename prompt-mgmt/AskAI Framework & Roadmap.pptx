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Poppins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Italic.fntdata"/><Relationship Id="rId10" Type="http://schemas.openxmlformats.org/officeDocument/2006/relationships/font" Target="fonts/Poppins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68128"/>
            <a:ext cx="3429000" cy="3474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68128"/>
            <a:ext cx="3429000" cy="3474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68128"/>
            <a:ext cx="3429000" cy="347424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25817" y="3177778"/>
            <a:ext cx="29203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LangGraph V1 Adoption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66775" y="3815953"/>
            <a:ext cx="283845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First to adopt the LangGraph V1 framework, released in October 2025, for building stateful, multi-agent applications.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605813" y="3177778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Conversational Memory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676775" y="4149328"/>
            <a:ext cx="2838450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Conversational ability using Short-Term/Long-Term Memory management with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Mongo DB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as the persistent storage layer.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715851" y="3177778"/>
            <a:ext cx="238029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Vendor Integration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486775" y="3815953"/>
            <a:ext cx="2838450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Designed to seamlessly integrate and orchestrate various third-party vendor platforms and internal microservices.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4824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5975" y="2482453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8825" y="248245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71500" y="285750"/>
            <a:ext cx="142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Morgan Stanley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14375" y="7620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AskAI – Core Agentic Framework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571500" y="762000"/>
            <a:ext cx="47625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RESEARCH GENAI FOR INTERNAL USE ONLY     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62150"/>
            <a:ext cx="5286375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86375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962025" y="23526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Context &amp; Prompt Optimization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724650" y="2352675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Platform Stability &amp; Enhancements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104900" y="2828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00150" y="2828925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 Window Limit: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Leveraging GPT-5 (400k) &amp; Summarization Middleware.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104900" y="34861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200150" y="3486150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 Optimization: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Using ContextEditingMiddleware for clear tool usage and Context RAG.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104900" y="41433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200150" y="4143375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Prompt Caching: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Implementing caching for faster, more efficient responses.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104900" y="48006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00150" y="4800600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DSPy Optimizer: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Using DSPy for advanced tool, prompt, and query optimization.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67525" y="28289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962775" y="2828925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Tool Conflicting: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Actively resolving tool and agent routing conflicts.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867525" y="34861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962775" y="3486150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Citations Tagging: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Implementing clear source tagging for verifiable answers.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867525" y="41433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962775" y="4143375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Download Links: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Enabling "Download" as a first-class tool response for users.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867525" y="48006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962775" y="4800600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API Migration: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Migrating from legacy completion to the new Responses API.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571500" y="285750"/>
            <a:ext cx="142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Morgan Stanley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14375" y="7620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AskAI – Roadmap to Stability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571500" y="762000"/>
            <a:ext cx="47625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RESEARCH GENAI FOR INTERNAL USE ONLY    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